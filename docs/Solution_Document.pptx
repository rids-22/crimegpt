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POLICE CASE DOCUMENTATION &amp; LEGAL INTELLIGENCE PORTAL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 Architecture &amp; Legal Code Transition Specifications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Designed for Indian Police Departments | Version 1.0.0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AI-powered legal intelligence system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engineered specifically to streamline the police investigation workflow from FIR registration to court production.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Transition Bridge: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Acts as a legal translation layer for officers migrating from colonial-era laws (IPC, CrPC, IEA) to modern codes (BNS, BNSS, BSA).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Form Digitization: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Incorporates scanned document OCR uploads, parsing text to populate case sheets under 10 seconds.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Forensic Transparency: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Maintains an interactive, chronological case diary timeline and logs compliance audit trails to ensure judicial credibility.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Indian Penal Reform Compliance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BNS (Bharatiya Nyaya Sanhita)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replaced the colonial-era </a:t>
            </a:r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IPC (Indian Penal Code)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enacted in 1860.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BNSS (Bharatiya Nagarik Suraksha Sanhita)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replaced the </a:t>
            </a:r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CrPC (Code of Criminal Procedure)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enacted in 1973, establishing new mandates for medical checkups, searches, and remand timings.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BSA (Bharatiya Sakshya Adhiniyam)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replaced the </a:t>
            </a:r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IEA (Indian Evidence Act)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enacted in 1872, detailing new guidelines for digital files and electronic forensics admissibility.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 Duty: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serves as the operational translation portal, linking descriptions to correct legal acts under both frameworks concurrently.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Platform Features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Scanned FIR OCR Uploads: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Drag-and-drop OCR scans that pre-populate form wizards.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AI Legal Translation Engine: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Suggests statutory sections and relevant landmark judgements.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Digital Case Diary: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Chronological timeline of statements, evidence recoveries, and arrests.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Multilingual Document Assembly: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Instantly drafts Remand, Medical, and Seizure Memos in English, Hindi, Gujarati, or Marathi.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Compliance Audit Logs: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Immutable admin trail tracking username details, actions, and parameters.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Architecture &amp; Tech Stack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Frontend: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Page React Application built with Vite and TypeScript. Styled using responsive TailwindCSS. State managers handle authentication headers and translation matrices.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Backend: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Express.js Node API handling OCR processing, OpenAI API query assemblies, PDF compilation (PDFKit), and DOCX builds.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Dual Database Layer: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PostgreSQL utilized in staging/production setups, with smart automatic fallback to SQLite (`crimegpt.sqlite`) for local network setups or zero-configuration offline field stations.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Core Modules: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Tesseract.js for OCR, OpenAI GPT-4o-mini API for legal parsing, JWT for authentication.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Role-Based Access Control (RBAC)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Investigating Officer (IO):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Registers case details, uploads OCR image templates, triggers AI legal advice, logs evidence, witness depositions, and outputs legal drafts.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Station House Officer (SHO):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Supervises station cases. Approves registrations, updates case status (ACTIVE, ARRESTED, CLOSED), and audits precinct stats.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Legal Advisor: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Read-only access to case timelines, summaries, and AI recommendations to review and prepare court charges.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System Administrator: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Governs IT settings and holds read-only clearance to the Compliance Audit Log to review modified values.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OCR &amp; AI Legal Processing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Stage 1: Document Upload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-&gt; Scanned image or PDF of FIR uploaded -&gt; OCR parses characters into strings.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Stage 2: Regex Extraction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-&gt; Pulls date values, name categories, and case/incident descriptions to populate database fields.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Stage 3: Narrative Suggestor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-&gt; Narrative details sent to OpenAI API model. If offline, runs a local regex keyword dictionary.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Stage 4: Legal Translation 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-&gt; Mapped output generated containing relevant BNS, BNSS, BSA, and matching old IPC, CrPC, IEA sections with confidence scores and supreme court citations.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 Investigation Diary (Timeline)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Statutory Requirement: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 172 of CrPC &amp; corresponding BNSS sections mandate a diary detailing investigation steps day-by-day.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Automation Triggers: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appends chronological timeline logs automatically on database operations: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Case Registered: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Filing of OCR or manual case form.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Statements: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Recording witness depositions.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Evidence Added: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Recovery of weapons, digital items, or documents.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Arrest Booked: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Booking changes status and adds arrest logs.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Case Closed: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report submission to court.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Visual Timeline: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Provides judges and prosecutors an interactive checklist of events.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Multilingual Document Generation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Regional Localization: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Field operations require documents in regional state languages. CrimeGPT compiles templates in English, Hindi, Gujarati, and Marathi.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Dynamic Field Insertion: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 database records are mapped directly into standard template letters.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Supported Legal Letters: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1. Remand Request: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Metropolitan Magistrate application for 14-day police remand (BNSS Sec 187).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2. Medical Requisition: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letter for victim/accused physical checkups (BNSS Sec 51/184).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3. Seizure Memo: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Receipt list showing recovered evidence and witness details (BNSS Sec 185).
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4. Custody Request: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Transfer documentation for forwarding accused to prison warden.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Legal Transition Reference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Offense Type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Old IPC Sec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New BNS Sec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New BNSS (Procedural)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New BSA (Evidence)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2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Murder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300 / 302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101 / 103(1)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Inquest: Sec 176 BNSS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Dying Dec: Sec 32(1) BSA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Theft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378 / 380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303 / 305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Search: Sec 185 BNSS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Presumption: Sec 119 BSA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Hurt / Grievous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323 / 325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115 / 117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Medical: Sec 184 BNSS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Expert: Sec 45 BSA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Cheating / Forge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420 / 468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318 / 336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Property: Sec 105 BNSS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Electronic: Sec 63 BSA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Kidnapping / Ransom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359 / 364A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137 / 140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Statement: Sec 164 BNSS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Presumption: Sec 114 BSA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Rape / Modesty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375 / 376 / 354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Sec 63 / 64 / 74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Medical: Sec 184 BNSS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Consent: Sec 114A BSA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Compliance Audits &amp; Integrity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OFFICIAL DOCUMENT - INDIAN POLICE DEPT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 Legal Portal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Immutable Action Trail: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creation, modification, status update, and download logs operator details in the audit database.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Audit Record Structure: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Username: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Officer code / details (e.g. io_sharma).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Action: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 executed (e.g. CASE_REGISTERED, ARREST_MADE).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Modified Data: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JSON string tracking old and new values.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- Timestamp: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ISO formatted UTC timestamp.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Security Enforcement: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accounts with the Administrator role can view audit trails. Logs cannot be modified or deleted through the user interface.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CrimeGPT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Empowering Digital Justice &amp; Legal Compliance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Accelerates police paperwork from hours to seconds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Guarantees legal transition accuracy between BNS &amp; IPC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Restricts data visibility through role guards (RBAC)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Secures evidence chain of custody via audit trails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Zero configuration setups ready out of the box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CrimeGPT - Solution Document &amp; System Architecture</dc:title>
  <dc:subject>PptxGenJS Presentation</dc:subject>
  <dc:creator>PptxGenJS</dc:creator>
  <cp:lastModifiedBy>PptxGenJS</cp:lastModifiedBy>
  <cp:revision>1</cp:revision>
  <dcterms:created xsi:type="dcterms:W3CDTF">2026-06-15T09:34:03Z</dcterms:created>
  <dcterms:modified xsi:type="dcterms:W3CDTF">2026-06-15T09:34:03Z</dcterms:modified>
</cp:coreProperties>
</file>